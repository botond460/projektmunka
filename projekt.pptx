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8736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3112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4634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866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4511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5362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1797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984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8967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2315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8384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278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0154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9502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2494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590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5182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77CA7C-0F10-48F4-8016-B1B31F77909F}" type="datetimeFigureOut">
              <a:rPr lang="hu-HU" smtClean="0"/>
              <a:t>2026.02.25.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147C62A-5402-41CC-9446-50F09181A82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0077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9B34D1-A300-4240-BA6C-814585D64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6600" dirty="0"/>
              <a:t>A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BC926EA-FF96-4316-8570-240F4F4CE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8680" y="4385732"/>
            <a:ext cx="3081445" cy="612396"/>
          </a:xfrm>
        </p:spPr>
        <p:txBody>
          <a:bodyPr>
            <a:noAutofit/>
          </a:bodyPr>
          <a:lstStyle/>
          <a:p>
            <a:r>
              <a:rPr lang="hu-HU" dirty="0"/>
              <a:t>Készítette: Katrinka Bence &amp; Nagy Botond</a:t>
            </a:r>
          </a:p>
        </p:txBody>
      </p:sp>
    </p:spTree>
    <p:extLst>
      <p:ext uri="{BB962C8B-B14F-4D97-AF65-F5344CB8AC3E}">
        <p14:creationId xmlns:p14="http://schemas.microsoft.com/office/powerpoint/2010/main" val="3743792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C40A22-8A3B-431C-A9FF-9170077B8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u="sng" dirty="0"/>
              <a:t>A 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D34C11-25F8-4174-9B3B-F5A58D738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Egy alapvető, statikus weboldal létrehozása.</a:t>
            </a:r>
          </a:p>
          <a:p>
            <a:r>
              <a:rPr lang="hu-HU" dirty="0"/>
              <a:t>A HTML és CSS használatának gyakorlása.</a:t>
            </a:r>
          </a:p>
          <a:p>
            <a:r>
              <a:rPr lang="hu-HU" dirty="0"/>
              <a:t>A webfejlesztés alapjainak megismerése.</a:t>
            </a:r>
          </a:p>
        </p:txBody>
      </p:sp>
    </p:spTree>
    <p:extLst>
      <p:ext uri="{BB962C8B-B14F-4D97-AF65-F5344CB8AC3E}">
        <p14:creationId xmlns:p14="http://schemas.microsoft.com/office/powerpoint/2010/main" val="137880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8EFC99-07CE-4B77-8D94-5B1CC4A80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u="sng" dirty="0"/>
              <a:t>A projekt tartalma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AF831B-8BE0-40D7-B2F8-D42FF97BE2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3504968"/>
            <a:ext cx="477887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index.html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 weboldal szerkezete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style.ccs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 megjelenésért felelős stíluslap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README.md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rövid projektleírás</a:t>
            </a:r>
          </a:p>
        </p:txBody>
      </p:sp>
    </p:spTree>
    <p:extLst>
      <p:ext uri="{BB962C8B-B14F-4D97-AF65-F5344CB8AC3E}">
        <p14:creationId xmlns:p14="http://schemas.microsoft.com/office/powerpoint/2010/main" val="425450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101DC7-15DE-49DD-9FE0-F7E257438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u="sng" dirty="0"/>
              <a:t>A weboldal felépítése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00AFD71-2873-4B9F-9728-3242153A1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HTML dokumentum tartalmazza a weboldal alapstruktúráját.</a:t>
            </a:r>
          </a:p>
          <a:p>
            <a:r>
              <a:rPr lang="hu-HU" dirty="0"/>
              <a:t>Fejléc, tartalmi blokkok, szövegek.</a:t>
            </a:r>
          </a:p>
          <a:p>
            <a:r>
              <a:rPr lang="hu-HU" dirty="0"/>
              <a:t>A projekt egyszerű, oktatási célú felépítést követ.</a:t>
            </a:r>
          </a:p>
        </p:txBody>
      </p:sp>
    </p:spTree>
    <p:extLst>
      <p:ext uri="{BB962C8B-B14F-4D97-AF65-F5344CB8AC3E}">
        <p14:creationId xmlns:p14="http://schemas.microsoft.com/office/powerpoint/2010/main" val="249521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9A31D3-B1D6-4468-8F7B-8A390614E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u="sng" dirty="0"/>
              <a:t>A stíluslap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B0D955-E001-44C3-B5A3-E3D6822E9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hu-HU" dirty="0">
                <a:effectLst/>
              </a:rPr>
              <a:t>A </a:t>
            </a:r>
            <a:r>
              <a:rPr lang="hu-HU" b="1" dirty="0">
                <a:effectLst/>
              </a:rPr>
              <a:t>style.ccs</a:t>
            </a:r>
            <a:r>
              <a:rPr lang="hu-HU" dirty="0">
                <a:effectLst/>
              </a:rPr>
              <a:t> fájl határozza meg a weboldal kinézetét.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>
                <a:effectLst/>
              </a:rPr>
              <a:t>Színek, betűtípusok, elrendezések.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>
                <a:effectLst/>
              </a:rPr>
              <a:t>A projekt célja a CSS alapjainak gyakorlása.</a:t>
            </a:r>
          </a:p>
        </p:txBody>
      </p:sp>
    </p:spTree>
    <p:extLst>
      <p:ext uri="{BB962C8B-B14F-4D97-AF65-F5344CB8AC3E}">
        <p14:creationId xmlns:p14="http://schemas.microsoft.com/office/powerpoint/2010/main" val="388159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434B28-9629-4BF5-A03A-255CE695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u="sng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F554F11-CD0D-42D7-8C98-9178DAAB4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projekt jó alapot ad a webfejlesztéshez.</a:t>
            </a:r>
          </a:p>
          <a:p>
            <a:r>
              <a:rPr lang="hu-HU" dirty="0"/>
              <a:t>A </a:t>
            </a:r>
            <a:r>
              <a:rPr lang="hu-HU" dirty="0" err="1"/>
              <a:t>repozitóri</a:t>
            </a:r>
            <a:r>
              <a:rPr lang="hu-HU" dirty="0"/>
              <a:t> áttekinthető, könnyen bővíthető.</a:t>
            </a:r>
          </a:p>
          <a:p>
            <a:r>
              <a:rPr lang="hu-HU" dirty="0"/>
              <a:t>A munka jól demonstrálja a HTML/CSS alapjait.</a:t>
            </a:r>
          </a:p>
        </p:txBody>
      </p:sp>
    </p:spTree>
    <p:extLst>
      <p:ext uri="{BB962C8B-B14F-4D97-AF65-F5344CB8AC3E}">
        <p14:creationId xmlns:p14="http://schemas.microsoft.com/office/powerpoint/2010/main" val="33179042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TM03457452[[fn=Égi]]</Template>
  <TotalTime>18</TotalTime>
  <Words>136</Words>
  <Application>Microsoft Office PowerPoint</Application>
  <PresentationFormat>Szélesvásznú</PresentationFormat>
  <Paragraphs>22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Égi</vt:lpstr>
      <vt:lpstr>A projekt</vt:lpstr>
      <vt:lpstr>A projekt célja</vt:lpstr>
      <vt:lpstr>A projekt tartalma</vt:lpstr>
      <vt:lpstr>A weboldal felépítése</vt:lpstr>
      <vt:lpstr>A stíluslap szerepe</vt:lpstr>
      <vt:lpstr>Összegzés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projekt</dc:title>
  <dc:creator>Nagy Botond</dc:creator>
  <cp:lastModifiedBy>Nagy Botond</cp:lastModifiedBy>
  <cp:revision>7</cp:revision>
  <dcterms:created xsi:type="dcterms:W3CDTF">2026-02-25T11:57:24Z</dcterms:created>
  <dcterms:modified xsi:type="dcterms:W3CDTF">2026-02-25T12:17:17Z</dcterms:modified>
</cp:coreProperties>
</file>